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90" r:id="rId3"/>
    <p:sldId id="291" r:id="rId4"/>
    <p:sldId id="292" r:id="rId5"/>
    <p:sldId id="298" r:id="rId6"/>
    <p:sldId id="293" r:id="rId7"/>
    <p:sldId id="299" r:id="rId8"/>
    <p:sldId id="294" r:id="rId9"/>
    <p:sldId id="300" r:id="rId10"/>
    <p:sldId id="295" r:id="rId11"/>
    <p:sldId id="301" r:id="rId12"/>
    <p:sldId id="296" r:id="rId13"/>
    <p:sldId id="302" r:id="rId14"/>
    <p:sldId id="297" r:id="rId15"/>
    <p:sldId id="303" r:id="rId16"/>
    <p:sldId id="304" r:id="rId17"/>
    <p:sldId id="305" r:id="rId18"/>
    <p:sldId id="307" r:id="rId19"/>
    <p:sldId id="306" r:id="rId20"/>
    <p:sldId id="309" r:id="rId21"/>
    <p:sldId id="308" r:id="rId22"/>
    <p:sldId id="312" r:id="rId23"/>
    <p:sldId id="310" r:id="rId24"/>
    <p:sldId id="313" r:id="rId25"/>
    <p:sldId id="311" r:id="rId26"/>
    <p:sldId id="275" r:id="rId27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 SERVER FESLINK" initials="ASF" lastIdx="1" clrIdx="0">
    <p:extLst>
      <p:ext uri="{19B8F6BF-5375-455C-9EA6-DF929625EA0E}">
        <p15:presenceInfo xmlns:p15="http://schemas.microsoft.com/office/powerpoint/2012/main" userId="ADMIN SERVER FES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699"/>
    <a:srgbClr val="F02ECB"/>
    <a:srgbClr val="E450C8"/>
    <a:srgbClr val="4DE7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9" autoAdjust="0"/>
  </p:normalViewPr>
  <p:slideViewPr>
    <p:cSldViewPr snapToGrid="0">
      <p:cViewPr varScale="1">
        <p:scale>
          <a:sx n="86" d="100"/>
          <a:sy n="86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46613-1DCE-4F53-BA08-E8266333299B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13"/>
            <a:ext cx="5486400" cy="39163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534EBF-870A-4FC9-A145-B460A8F453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83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3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3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8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41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21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17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95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1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59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042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04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1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64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00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07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29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79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954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555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06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12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534EBF-870A-4FC9-A145-B460A8F4538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385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F17904-5AAA-22D8-566D-4A0231FEA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2F2A0F7-C4DE-C494-2F5B-CDA34AE4D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6ADAC4-991F-A6CB-E401-209D8739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B298C0-20E5-949D-2C83-69335A4B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5A4280-556D-FADE-8EAC-C8F896BA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5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F21019-856B-2D74-BB0A-77A52F30C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F802E0E-EF10-59A6-0205-841F16E96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D6E7D23-3F9B-5980-E49B-6E4FBA62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84B49B4-4FE3-D871-B824-0D10C082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1263622-6E0C-849E-A747-15C79422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7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FB1FA2-9DD4-409B-A26C-13D74A14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C60E4A-DBDC-A934-2FFB-2D32524D1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81584B8-9AAF-7F0F-34CF-8CC2511E1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2926D7-6BD6-CE3E-9E5E-A9D0C738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712AAC-41EA-6812-631B-6A3200C2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4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406A71-E5AD-C4CF-7AAA-980B2937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F07034-C32E-D72A-7D1E-6AD966B97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CBF63B5-9C24-2557-B621-97DC56C16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729ADDF-814E-0C2D-0193-ABEE9C201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2A9747D-2ABC-24F2-AE3A-56F035058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0AC15A-695D-B763-5B66-661CA3E1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ED2ECC-D2F5-BA0D-CAE4-12FAA4641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F99F1B2-C520-7967-DBF2-4A9CAB2C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2AFB6E0-7656-906E-C096-2352EDF38B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8F0E054-CACA-116E-3DF9-A80D95A83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FEAEBAC1-3FA6-5B43-884A-E3FB39981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1D37990-B2B2-FCF1-CD0F-0DB79402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97F76C9-29BB-B85A-28BD-52086AF2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7755BC4-96CF-62C2-E7F6-5A92C384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4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D28EF-FEEE-9503-C4EB-9AC7E23C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6E7282D-35A0-1952-0458-C86589DD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94D3CCD-D345-898E-91C0-58787A773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46A8E5-706E-667D-9021-49FB58E0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7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31D7C8E-2BA1-F496-9E75-A8788C3FA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7611EC1-CDD5-319D-7D7E-DF9A0E32B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83E03D4-35EA-3D8E-25DC-B77D6F0C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5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DEB334-6224-DBC2-8104-8B2D623E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8B57F6-A07A-5BCB-79F9-8C06E629B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55833B-9715-EAD5-64C3-EBA85BB7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B347C06-36E9-CC95-2FA8-7A6F116C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B3DC5DE-AD30-4BEB-7A0A-D170F5986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A3164A8-EA35-AD9E-CB59-6A6D70B8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73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C32F869-3462-6133-84E2-542E286E7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6475846-EADF-376A-159F-E2F3D257D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5B39527-8AB4-4C81-EAD1-419CB49AB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70D53B1-A57B-5A20-C2C8-E3A794EF1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C7FD582-4060-3177-7147-707229477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F6AFBBB-61AC-3C27-2C87-EA47B09A9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9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FF3BB-9F2E-EA02-5AAA-AA9E8BDD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B51CD1A-03F0-CA0B-C8D5-5CD988AFC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3D74900-5293-A22B-3E4B-0BF865E9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9F6D4C-D8DA-98F1-5E7B-BC0A2DBF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C3B9904-065E-7AFB-4F5D-5E7AD6D9C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36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ECF65AAF-2935-0063-D547-BE547CAF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316E65D-8543-2491-6008-5222CEC89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3A1F91-68AA-6970-3C8F-2FC0992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B877E86-07C7-FB57-68B6-179847D5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353B5B-D535-0950-E02D-4F8079D6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936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18842BB-B30C-035F-727B-9CB0A5755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18FF50-C97D-5B5E-7242-9034E5C50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49532B-D5BD-F004-2B79-C4E7C3EF8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C22E8-F799-4C42-9316-3A2EADF6BB26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79F3D7F-5375-D769-FFF6-D3F38E172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BA3363D-2BEA-FE0F-FDB9-A1343B68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619B-1F58-43DB-87B3-64482FD4A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4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6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4.png"/><Relationship Id="rId6" Type="http://schemas.openxmlformats.org/officeDocument/2006/relationships/image" Target="../media/image7.jpg"/><Relationship Id="rId7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pn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4.png"/><Relationship Id="rId5" Type="http://schemas.openxmlformats.org/officeDocument/2006/relationships/image" Target="../media/image27.jpg"/><Relationship Id="rId6" Type="http://schemas.openxmlformats.org/officeDocument/2006/relationships/image" Target="../media/image6.jpg"/><Relationship Id="rId7" Type="http://schemas.openxmlformats.org/officeDocument/2006/relationships/image" Target="../media/image28.jpg"/><Relationship Id="rId8" Type="http://schemas.openxmlformats.org/officeDocument/2006/relationships/image" Target="../media/image2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1.png"/><Relationship Id="rId5" Type="http://schemas.openxmlformats.org/officeDocument/2006/relationships/image" Target="../media/image32.jpg"/><Relationship Id="rId6" Type="http://schemas.openxmlformats.org/officeDocument/2006/relationships/image" Target="../media/image24.jpg"/><Relationship Id="rId7" Type="http://schemas.openxmlformats.org/officeDocument/2006/relationships/image" Target="../media/image33.pn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Relationship Id="rId11" Type="http://schemas.openxmlformats.org/officeDocument/2006/relationships/image" Target="../media/image37.jpg"/><Relationship Id="rId12" Type="http://schemas.openxmlformats.org/officeDocument/2006/relationships/image" Target="../media/image3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.png"/><Relationship Id="rId6" Type="http://schemas.openxmlformats.org/officeDocument/2006/relationships/image" Target="../media/image43.png"/><Relationship Id="rId7" Type="http://schemas.openxmlformats.org/officeDocument/2006/relationships/image" Target="../media/image4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jpg"/><Relationship Id="rId4" Type="http://schemas.openxmlformats.org/officeDocument/2006/relationships/image" Target="../media/image47.jpg"/><Relationship Id="rId5" Type="http://schemas.openxmlformats.org/officeDocument/2006/relationships/image" Target="../media/image4.png"/><Relationship Id="rId6" Type="http://schemas.openxmlformats.org/officeDocument/2006/relationships/image" Target="../media/image9.jpg"/><Relationship Id="rId7" Type="http://schemas.openxmlformats.org/officeDocument/2006/relationships/image" Target="../media/image48.jpg"/><Relationship Id="rId8" Type="http://schemas.openxmlformats.org/officeDocument/2006/relationships/image" Target="../media/image21.jpg"/><Relationship Id="rId9" Type="http://schemas.openxmlformats.org/officeDocument/2006/relationships/image" Target="../media/image14.jpg"/><Relationship Id="rId10" Type="http://schemas.openxmlformats.org/officeDocument/2006/relationships/image" Target="../media/image49.jpg"/><Relationship Id="rId11" Type="http://schemas.openxmlformats.org/officeDocument/2006/relationships/image" Target="../media/image5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4.png"/><Relationship Id="rId7" Type="http://schemas.openxmlformats.org/officeDocument/2006/relationships/image" Target="../media/image55.jpg"/><Relationship Id="rId8" Type="http://schemas.openxmlformats.org/officeDocument/2006/relationships/image" Target="../media/image21.jpg"/><Relationship Id="rId9" Type="http://schemas.openxmlformats.org/officeDocument/2006/relationships/image" Target="../media/image5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jpg"/><Relationship Id="rId4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jpg"/><Relationship Id="rId4" Type="http://schemas.openxmlformats.org/officeDocument/2006/relationships/image" Target="../media/image5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jpg"/><Relationship Id="rId4" Type="http://schemas.openxmlformats.org/officeDocument/2006/relationships/image" Target="../media/image4.png"/><Relationship Id="rId5" Type="http://schemas.openxmlformats.org/officeDocument/2006/relationships/image" Target="../media/image6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Relationship Id="rId3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1237"/>
          <a:stretch/>
        </p:blipFill>
        <p:spPr>
          <a:xfrm>
            <a:off x="1" y="-10538"/>
            <a:ext cx="12191999" cy="68685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81024" y="2430966"/>
            <a:ext cx="3245005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19 – 25 OCT 2026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333893" y="992459"/>
            <a:ext cx="4750419" cy="12823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RANKING POSITION LADIES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2639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18" y="757237"/>
            <a:ext cx="7541570" cy="548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8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63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GLOBAL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115" y="1309469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18" y="2287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/>
          <p:cNvSpPr txBox="1"/>
          <p:nvPr/>
        </p:nvSpPr>
        <p:spPr>
          <a:xfrm>
            <a:off x="5503230" y="2119763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7362" t="8293"/>
          <a:stretch/>
        </p:blipFill>
        <p:spPr>
          <a:xfrm>
            <a:off x="7522295" y="1272868"/>
            <a:ext cx="1518219" cy="2003961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2428" y="219495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/>
          <a:srcRect t="20278" r="33822" b="9279"/>
          <a:stretch/>
        </p:blipFill>
        <p:spPr>
          <a:xfrm>
            <a:off x="9595697" y="1289467"/>
            <a:ext cx="1443567" cy="2048821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731" y="1856704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686" y="3952306"/>
            <a:ext cx="1489888" cy="1986518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35" y="455158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3325025" y="475888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7662849" y="4770037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8754" y="4030365"/>
            <a:ext cx="1489888" cy="1986518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360" y="50124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9671" y="3985760"/>
            <a:ext cx="1489888" cy="1986518"/>
          </a:xfrm>
          <a:prstGeom prst="rect">
            <a:avLst/>
          </a:prstGeom>
        </p:spPr>
      </p:pic>
      <p:pic>
        <p:nvPicPr>
          <p:cNvPr id="5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131" y="451813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272" y="1307592"/>
            <a:ext cx="1490472" cy="198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7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456" y="809044"/>
            <a:ext cx="8018734" cy="558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3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BLAZER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754" y="1309468"/>
            <a:ext cx="1489888" cy="1986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28596" y="2071441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963" y="1320620"/>
            <a:ext cx="1489888" cy="198651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745" y="232505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741" y="18641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6"/>
          <a:srcRect t="20278" r="33822" b="9279"/>
          <a:stretch/>
        </p:blipFill>
        <p:spPr>
          <a:xfrm>
            <a:off x="7555024" y="1278315"/>
            <a:ext cx="1443567" cy="2048821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72" y="2057425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/>
          <a:srcRect l="31138" t="27642" r="33496" b="3252"/>
          <a:stretch/>
        </p:blipFill>
        <p:spPr>
          <a:xfrm>
            <a:off x="9718354" y="1331224"/>
            <a:ext cx="1371468" cy="2009914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4809" y="1942196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03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926" y="806256"/>
            <a:ext cx="7742704" cy="561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6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2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DRESS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3"/>
          <a:srcRect l="7362" t="8293"/>
          <a:stretch/>
        </p:blipFill>
        <p:spPr>
          <a:xfrm>
            <a:off x="1088042" y="1295171"/>
            <a:ext cx="1518219" cy="2003961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175" y="22172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549" t="12494" r="70640" b="9799"/>
          <a:stretch/>
        </p:blipFill>
        <p:spPr>
          <a:xfrm>
            <a:off x="3186762" y="1365685"/>
            <a:ext cx="1354273" cy="194622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248" y="21689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6"/>
          <a:srcRect l="1531" t="8130" r="65205" b="5529"/>
          <a:stretch/>
        </p:blipFill>
        <p:spPr>
          <a:xfrm>
            <a:off x="7493619" y="1315843"/>
            <a:ext cx="1423882" cy="1984917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41" y="2076010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300" y="1320620"/>
            <a:ext cx="1489888" cy="198651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336" y="206114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373" y="3993196"/>
            <a:ext cx="1489888" cy="1986517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663" y="49232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/>
          <a:srcRect l="14891"/>
          <a:stretch/>
        </p:blipFill>
        <p:spPr>
          <a:xfrm>
            <a:off x="5405542" y="3967310"/>
            <a:ext cx="1288229" cy="2018172"/>
          </a:xfrm>
          <a:prstGeom prst="rect">
            <a:avLst/>
          </a:prstGeom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298" y="4573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9"/>
          <a:srcRect l="34247" t="19187" r="4616" b="7317"/>
          <a:stretch/>
        </p:blipFill>
        <p:spPr>
          <a:xfrm>
            <a:off x="9719832" y="1347817"/>
            <a:ext cx="1212395" cy="1943273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556" y="22172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1139387" y="4781188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9"/>
          <a:srcRect l="34247" t="19187" r="4616" b="7317"/>
          <a:stretch/>
        </p:blipFill>
        <p:spPr>
          <a:xfrm>
            <a:off x="9760720" y="3998090"/>
            <a:ext cx="1212395" cy="1943273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3405" y="470026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10"/>
          <a:srcRect l="86707" t="19991" r="1860" b="11346"/>
          <a:stretch/>
        </p:blipFill>
        <p:spPr>
          <a:xfrm>
            <a:off x="3453447" y="3999852"/>
            <a:ext cx="865505" cy="1924880"/>
          </a:xfrm>
          <a:prstGeom prst="rect">
            <a:avLst/>
          </a:prstGeom>
        </p:spPr>
      </p:pic>
      <p:pic>
        <p:nvPicPr>
          <p:cNvPr id="5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615" y="48600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62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480" y="869911"/>
            <a:ext cx="7480537" cy="540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5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91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JACKET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128235" y="2093744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5339903" y="1398871"/>
            <a:ext cx="1489888" cy="184116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7521825" y="1372851"/>
            <a:ext cx="1489888" cy="1841163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3"/>
          <a:srcRect b="7317"/>
          <a:stretch/>
        </p:blipFill>
        <p:spPr>
          <a:xfrm>
            <a:off x="1028099" y="4045427"/>
            <a:ext cx="1489888" cy="18411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114" y="1309468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952" y="3982043"/>
            <a:ext cx="1489888" cy="1986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846" y="3963459"/>
            <a:ext cx="1489888" cy="19865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03524" y="2049139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5428890" y="4877831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247" y="21800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481" y="233248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33" y="218380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063" y="499019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374" y="470769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8136" y="4893552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95" y="4015498"/>
            <a:ext cx="1489888" cy="1986517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286" y="4915855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6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7" y="885825"/>
            <a:ext cx="7096125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110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KNITWEAR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83" y="1331770"/>
            <a:ext cx="1489888" cy="1986518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843" y="186414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0811" y="1309468"/>
            <a:ext cx="1489888" cy="198651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977" y="1294599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7991" y="1335487"/>
            <a:ext cx="1489888" cy="198651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188" y="3970891"/>
            <a:ext cx="1489888" cy="1986518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287" y="497161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404" y="213920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248" y="1834403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087" y="195335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/>
          <p:cNvSpPr txBox="1"/>
          <p:nvPr/>
        </p:nvSpPr>
        <p:spPr>
          <a:xfrm>
            <a:off x="1135670" y="482207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6"/>
          <a:srcRect l="7362" t="8293"/>
          <a:stretch/>
        </p:blipFill>
        <p:spPr>
          <a:xfrm>
            <a:off x="5336657" y="1295171"/>
            <a:ext cx="1518219" cy="2003961"/>
          </a:xfrm>
          <a:prstGeom prst="rect">
            <a:avLst/>
          </a:prstGeom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41" y="203883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/>
          <p:cNvSpPr txBox="1"/>
          <p:nvPr/>
        </p:nvSpPr>
        <p:spPr>
          <a:xfrm>
            <a:off x="9818753" y="4818358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/>
          <a:srcRect t="8780" b="9105"/>
          <a:stretch/>
        </p:blipFill>
        <p:spPr>
          <a:xfrm>
            <a:off x="3167416" y="3992141"/>
            <a:ext cx="1352075" cy="1973759"/>
          </a:xfrm>
          <a:prstGeom prst="rect">
            <a:avLst/>
          </a:prstGeom>
        </p:spPr>
      </p:pic>
      <p:pic>
        <p:nvPicPr>
          <p:cNvPr id="4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00" y="4845232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544" y="3963459"/>
            <a:ext cx="1489888" cy="1986517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92" y="4700266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80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766762"/>
            <a:ext cx="70199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3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34" y="1320621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623" y="1968128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259" y="1331332"/>
            <a:ext cx="1460346" cy="194712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765" y="1930957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337" y="1305750"/>
            <a:ext cx="1489888" cy="1986517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61" y="1927328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l="24056"/>
          <a:stretch/>
        </p:blipFill>
        <p:spPr>
          <a:xfrm>
            <a:off x="9746438" y="1277101"/>
            <a:ext cx="1170605" cy="205520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908" y="2046274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0940" y="1320618"/>
            <a:ext cx="1489888" cy="198651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269" y="2614987"/>
            <a:ext cx="169102" cy="1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84148" y="3985761"/>
            <a:ext cx="1489888" cy="1986518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05943" y="3970893"/>
            <a:ext cx="1489888" cy="1986518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209" y="4715045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433" y="4655572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11"/>
          <a:srcRect l="7297"/>
          <a:stretch/>
        </p:blipFill>
        <p:spPr>
          <a:xfrm>
            <a:off x="7571677" y="3987440"/>
            <a:ext cx="1393903" cy="2004825"/>
          </a:xfrm>
          <a:prstGeom prst="rect">
            <a:avLst/>
          </a:prstGeom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433" y="5101620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4435" y="4052227"/>
            <a:ext cx="1426891" cy="1902522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823" y="5343230"/>
            <a:ext cx="179144" cy="179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9733260" y="4755168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23590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937" y="789064"/>
            <a:ext cx="70961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2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81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7" y="1320620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955" y="231390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115" y="1309469"/>
            <a:ext cx="1489888" cy="1986517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818" y="228788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/>
          <p:cNvPicPr>
            <a:picLocks noChangeAspect="1"/>
          </p:cNvPicPr>
          <p:nvPr/>
        </p:nvPicPr>
        <p:blipFill rotWithShape="1">
          <a:blip r:embed="rId6"/>
          <a:srcRect t="20278" r="33822" b="9279"/>
          <a:stretch/>
        </p:blipFill>
        <p:spPr>
          <a:xfrm>
            <a:off x="7499267" y="1244862"/>
            <a:ext cx="1443567" cy="2048821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01" y="1812099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1974" y="1320618"/>
            <a:ext cx="1489888" cy="1986518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4223" y="191989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964" y="3974609"/>
            <a:ext cx="1489888" cy="1986518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70" y="4956742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/>
          <p:cNvSpPr txBox="1"/>
          <p:nvPr/>
        </p:nvSpPr>
        <p:spPr>
          <a:xfrm>
            <a:off x="5447475" y="2130914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sp>
        <p:nvSpPr>
          <p:cNvPr id="46" name="TextBox 45"/>
          <p:cNvSpPr txBox="1"/>
          <p:nvPr/>
        </p:nvSpPr>
        <p:spPr>
          <a:xfrm>
            <a:off x="1135670" y="482207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5425173" y="4784904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7651700" y="4770036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9"/>
          <a:srcRect l="67363" t="13009" r="768" b="7641"/>
          <a:stretch/>
        </p:blipFill>
        <p:spPr>
          <a:xfrm>
            <a:off x="9756436" y="4042089"/>
            <a:ext cx="1250699" cy="1907315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770" y="4607337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30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008" y="838548"/>
            <a:ext cx="707707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766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SHORT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1270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85" y="1320620"/>
            <a:ext cx="1489888" cy="198651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675" y="1294600"/>
            <a:ext cx="1489888" cy="1986517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3377" y="3989478"/>
            <a:ext cx="1489888" cy="19865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720" y="1298318"/>
            <a:ext cx="1489888" cy="1986517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188" y="1305752"/>
            <a:ext cx="1489888" cy="1986517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20" y="4000630"/>
            <a:ext cx="1489888" cy="1986517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236" y="1279731"/>
            <a:ext cx="1489888" cy="1986517"/>
          </a:xfrm>
          <a:prstGeom prst="rect">
            <a:avLst/>
          </a:prstGeom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199" y="2369659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2" y="2131767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159" y="2228410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442" y="2258146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39" y="2064859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3979" y="4811775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963" y="5012497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/>
          <a:srcRect l="48564" t="8517" b="8517"/>
          <a:stretch/>
        </p:blipFill>
        <p:spPr>
          <a:xfrm>
            <a:off x="977202" y="4038599"/>
            <a:ext cx="1582606" cy="1914526"/>
          </a:xfrm>
          <a:prstGeom prst="rect">
            <a:avLst/>
          </a:prstGeom>
        </p:spPr>
      </p:pic>
      <p:pic>
        <p:nvPicPr>
          <p:cNvPr id="47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079" y="4745100"/>
            <a:ext cx="167991" cy="16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1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12" y="795337"/>
            <a:ext cx="703897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115" y="1320619"/>
            <a:ext cx="1489888" cy="1986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836" y="1309468"/>
            <a:ext cx="1489888" cy="1986517"/>
          </a:xfrm>
          <a:prstGeom prst="rect">
            <a:avLst/>
          </a:prstGeom>
        </p:spPr>
      </p:pic>
      <p:pic>
        <p:nvPicPr>
          <p:cNvPr id="3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047" y="236965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08" y="238824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416" y="3986849"/>
            <a:ext cx="1442473" cy="1923297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151" y="499275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86" y="1326995"/>
            <a:ext cx="1482648" cy="1976864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203" y="235107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0844" y="1367883"/>
            <a:ext cx="1482648" cy="1976864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661" y="2391961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8"/>
          <a:srcRect l="10336" t="17521" r="71738" b="4677"/>
          <a:stretch/>
        </p:blipFill>
        <p:spPr>
          <a:xfrm>
            <a:off x="9764917" y="1311333"/>
            <a:ext cx="1233737" cy="1982791"/>
          </a:xfrm>
          <a:prstGeom prst="rect">
            <a:avLst/>
          </a:prstGeom>
        </p:spPr>
      </p:pic>
      <p:pic>
        <p:nvPicPr>
          <p:cNvPr id="43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4251" y="2351074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9"/>
          <a:srcRect l="31138" t="27642" r="33496" b="3252"/>
          <a:stretch/>
        </p:blipFill>
        <p:spPr>
          <a:xfrm>
            <a:off x="9651447" y="3985215"/>
            <a:ext cx="1371468" cy="2009914"/>
          </a:xfrm>
          <a:prstGeom prst="rect">
            <a:avLst/>
          </a:prstGeom>
        </p:spPr>
      </p:pic>
      <p:pic>
        <p:nvPicPr>
          <p:cNvPr id="45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434" y="4986480"/>
            <a:ext cx="217424" cy="21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/>
          <p:cNvSpPr txBox="1"/>
          <p:nvPr/>
        </p:nvSpPr>
        <p:spPr>
          <a:xfrm>
            <a:off x="3246969" y="4915002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2853" y="4059563"/>
            <a:ext cx="1354444" cy="1805925"/>
          </a:xfrm>
          <a:prstGeom prst="rect">
            <a:avLst/>
          </a:prstGeom>
        </p:spPr>
      </p:pic>
      <p:pic>
        <p:nvPicPr>
          <p:cNvPr id="49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551" y="517372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11"/>
          <a:srcRect l="15024" t="26861" r="67488" b="14549"/>
          <a:stretch/>
        </p:blipFill>
        <p:spPr>
          <a:xfrm>
            <a:off x="1117485" y="3979012"/>
            <a:ext cx="1311390" cy="1956453"/>
          </a:xfrm>
          <a:prstGeom prst="rect">
            <a:avLst/>
          </a:prstGeom>
        </p:spPr>
      </p:pic>
      <p:pic>
        <p:nvPicPr>
          <p:cNvPr id="51" name="Picture 2" descr="✅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51" y="5021326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6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0" y="762000"/>
            <a:ext cx="71247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38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0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VEST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500" r="7828"/>
          <a:stretch/>
        </p:blipFill>
        <p:spPr>
          <a:xfrm>
            <a:off x="1123674" y="1320619"/>
            <a:ext cx="1276437" cy="19865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02" y="1309467"/>
            <a:ext cx="1489888" cy="1986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61836" y="2175519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7711173" y="2086309"/>
            <a:ext cx="10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NO STOCK</a:t>
            </a:r>
            <a:endParaRPr lang="en-US" sz="1600" b="1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29910" t="20976" b="5529"/>
          <a:stretch/>
        </p:blipFill>
        <p:spPr>
          <a:xfrm>
            <a:off x="1081668" y="3980984"/>
            <a:ext cx="1438507" cy="2011204"/>
          </a:xfrm>
          <a:prstGeom prst="rect">
            <a:avLst/>
          </a:prstGeom>
        </p:spPr>
      </p:pic>
      <p:pic>
        <p:nvPicPr>
          <p:cNvPr id="38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744" y="2120528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749" y="2306382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95" y="4644421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7"/>
          <a:srcRect l="11265" t="10082" r="9386" b="5365"/>
          <a:stretch/>
        </p:blipFill>
        <p:spPr>
          <a:xfrm>
            <a:off x="9664657" y="1351038"/>
            <a:ext cx="1300442" cy="1847623"/>
          </a:xfrm>
          <a:prstGeom prst="rect">
            <a:avLst/>
          </a:prstGeom>
        </p:spPr>
      </p:pic>
      <p:pic>
        <p:nvPicPr>
          <p:cNvPr id="42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329" y="1990431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8"/>
          <a:srcRect l="10152" t="18015" r="72012" b="6159"/>
          <a:stretch/>
        </p:blipFill>
        <p:spPr>
          <a:xfrm>
            <a:off x="5446966" y="4001652"/>
            <a:ext cx="1227442" cy="1932434"/>
          </a:xfrm>
          <a:prstGeom prst="rect">
            <a:avLst/>
          </a:prstGeom>
        </p:spPr>
      </p:pic>
      <p:pic>
        <p:nvPicPr>
          <p:cNvPr id="44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764" y="4677874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9"/>
          <a:srcRect t="9898" b="8589"/>
          <a:stretch/>
        </p:blipFill>
        <p:spPr>
          <a:xfrm>
            <a:off x="3157320" y="3990975"/>
            <a:ext cx="1338480" cy="1939592"/>
          </a:xfrm>
          <a:prstGeom prst="rect">
            <a:avLst/>
          </a:prstGeom>
        </p:spPr>
      </p:pic>
      <p:pic>
        <p:nvPicPr>
          <p:cNvPr id="46" name="Picture 2" descr="✅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9714" y="4858849"/>
            <a:ext cx="197729" cy="1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78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773" y="832043"/>
            <a:ext cx="7296150" cy="5305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8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13815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DENIM PANTS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1228598" y="2160650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3258121" y="2182953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672683"/>
            <a:ext cx="1799064" cy="1349298"/>
          </a:xfrm>
          <a:prstGeom prst="rect">
            <a:avLst/>
          </a:prstGeom>
        </p:spPr>
      </p:pic>
      <p:pic>
        <p:nvPicPr>
          <p:cNvPr id="37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668" y="1962614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371" y="1680117"/>
            <a:ext cx="1799064" cy="1349298"/>
          </a:xfrm>
          <a:prstGeom prst="rect">
            <a:avLst/>
          </a:prstGeom>
        </p:spPr>
      </p:pic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180" y="1925443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537" y="1743308"/>
            <a:ext cx="1799064" cy="1349298"/>
          </a:xfrm>
          <a:prstGeom prst="rect">
            <a:avLst/>
          </a:prstGeom>
        </p:spPr>
      </p:pic>
      <p:pic>
        <p:nvPicPr>
          <p:cNvPr id="41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633" y="2010936"/>
            <a:ext cx="166072" cy="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24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742950"/>
            <a:ext cx="7334250" cy="5372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968" y="1239295"/>
            <a:ext cx="3753432" cy="507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48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678" y="153887"/>
            <a:ext cx="1369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FESTIVAL CITYLINK</a:t>
            </a:r>
            <a:endParaRPr lang="en-US" sz="1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6828" y="584775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36828" y="6558112"/>
            <a:ext cx="11450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6828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11786839" y="584775"/>
            <a:ext cx="1" cy="597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7278" y="142280"/>
            <a:ext cx="1869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POSITION RANKING</a:t>
            </a:r>
            <a:endParaRPr lang="en-US" sz="16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135168" y="275260"/>
            <a:ext cx="1294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/>
              <a:t>19 – 25 OCT 2026</a:t>
            </a:r>
            <a:endParaRPr lang="en-US" sz="1200" b="1" dirty="0"/>
          </a:p>
        </p:txBody>
      </p:sp>
      <p:sp>
        <p:nvSpPr>
          <p:cNvPr id="2" name="Rectangle 1"/>
          <p:cNvSpPr/>
          <p:nvPr/>
        </p:nvSpPr>
        <p:spPr>
          <a:xfrm>
            <a:off x="847492" y="123778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136995" y="1245219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307766" y="1241503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433932" y="1248937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958791" y="124150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3775" y="3910361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133278" y="3917794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304049" y="3914078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430215" y="3921512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955074" y="3914076"/>
            <a:ext cx="1851102" cy="21187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629610" y="729579"/>
            <a:ext cx="6635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SKIRT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265766" y="3391003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</a:t>
            </a:r>
            <a:endParaRPr lang="en-US" sz="16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380780" y="3409588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2</a:t>
            </a:r>
            <a:endParaRPr lang="en-US" sz="16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5622176" y="3398437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3</a:t>
            </a:r>
            <a:endParaRPr lang="en-US" sz="1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748342" y="340587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4</a:t>
            </a:r>
            <a:endParaRPr 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9818752" y="3413305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5</a:t>
            </a:r>
            <a:endParaRPr lang="en-US" sz="16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1317802" y="6041276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6</a:t>
            </a:r>
            <a:endParaRPr lang="en-US" sz="16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3432816" y="6059861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7</a:t>
            </a:r>
            <a:endParaRPr lang="en-US" sz="16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674212" y="6048710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8</a:t>
            </a:r>
            <a:endParaRPr lang="en-US" sz="16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7800378" y="6056144"/>
            <a:ext cx="822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9</a:t>
            </a:r>
            <a:endParaRPr lang="en-US" sz="16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870788" y="6063578"/>
            <a:ext cx="926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RANK 10</a:t>
            </a:r>
            <a:endParaRPr lang="en-US" sz="1600" b="1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36" y="1309468"/>
            <a:ext cx="1489888" cy="1986517"/>
          </a:xfrm>
          <a:prstGeom prst="rect">
            <a:avLst/>
          </a:prstGeom>
        </p:spPr>
      </p:pic>
      <p:pic>
        <p:nvPicPr>
          <p:cNvPr id="36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08" y="2388243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5"/>
          <a:srcRect l="20311" t="10986" r="19064"/>
          <a:stretch/>
        </p:blipFill>
        <p:spPr>
          <a:xfrm>
            <a:off x="3500925" y="1361245"/>
            <a:ext cx="993574" cy="19450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 rotWithShape="1">
          <a:blip r:embed="rId5"/>
          <a:srcRect l="20311" t="10986" r="19064"/>
          <a:stretch/>
        </p:blipFill>
        <p:spPr>
          <a:xfrm>
            <a:off x="9819949" y="1312923"/>
            <a:ext cx="993574" cy="19450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618248" y="210489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  <p:pic>
        <p:nvPicPr>
          <p:cNvPr id="39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2308" y="216916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✅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733" y="2397768"/>
            <a:ext cx="249681" cy="24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5379873" y="2181095"/>
            <a:ext cx="1203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/>
              <a:t>LAST PIECES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70341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186" y="366483"/>
            <a:ext cx="1085850" cy="1953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46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3510</TotalTime>
  <Words>545</Words>
  <Application>Microsoft Office PowerPoint</Application>
  <PresentationFormat>Widescreen</PresentationFormat>
  <Paragraphs>252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 SERVER FESLINK</dc:creator>
  <cp:lastModifiedBy>ADMIN SERVER FESLINK</cp:lastModifiedBy>
  <cp:revision>191</cp:revision>
  <cp:lastPrinted>2025-03-03T06:39:30Z</cp:lastPrinted>
  <dcterms:created xsi:type="dcterms:W3CDTF">2024-08-28T10:30:19Z</dcterms:created>
  <dcterms:modified xsi:type="dcterms:W3CDTF">2026-10-24T14:31:48Z</dcterms:modified>
</cp:coreProperties>
</file>