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90" r:id="rId3"/>
    <p:sldId id="291" r:id="rId4"/>
    <p:sldId id="292" r:id="rId5"/>
    <p:sldId id="298" r:id="rId6"/>
    <p:sldId id="293" r:id="rId7"/>
    <p:sldId id="299" r:id="rId8"/>
    <p:sldId id="294" r:id="rId9"/>
    <p:sldId id="300" r:id="rId10"/>
    <p:sldId id="295" r:id="rId11"/>
    <p:sldId id="301" r:id="rId12"/>
    <p:sldId id="296" r:id="rId13"/>
    <p:sldId id="302" r:id="rId14"/>
    <p:sldId id="297" r:id="rId15"/>
    <p:sldId id="303" r:id="rId16"/>
    <p:sldId id="304" r:id="rId17"/>
    <p:sldId id="305" r:id="rId18"/>
    <p:sldId id="307" r:id="rId19"/>
    <p:sldId id="306" r:id="rId20"/>
    <p:sldId id="309" r:id="rId21"/>
    <p:sldId id="308" r:id="rId22"/>
    <p:sldId id="312" r:id="rId23"/>
    <p:sldId id="310" r:id="rId24"/>
    <p:sldId id="313" r:id="rId25"/>
    <p:sldId id="311" r:id="rId26"/>
    <p:sldId id="275" r:id="rId27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 SERVER FESLINK" initials="ASF" lastIdx="1" clrIdx="0">
    <p:extLst>
      <p:ext uri="{19B8F6BF-5375-455C-9EA6-DF929625EA0E}">
        <p15:presenceInfo xmlns:p15="http://schemas.microsoft.com/office/powerpoint/2012/main" userId="ADMIN SERVER FESLIN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699"/>
    <a:srgbClr val="F02ECB"/>
    <a:srgbClr val="E450C8"/>
    <a:srgbClr val="4DE7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69" autoAdjust="0"/>
  </p:normalViewPr>
  <p:slideViewPr>
    <p:cSldViewPr snapToGrid="0">
      <p:cViewPr varScale="1">
        <p:scale>
          <a:sx n="86" d="100"/>
          <a:sy n="86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46613-1DCE-4F53-BA08-E8266333299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13"/>
            <a:ext cx="5486400" cy="3916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34EBF-870A-4FC9-A145-B460A8F4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8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8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3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8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1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21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3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17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5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1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59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04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04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1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64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00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07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29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79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95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55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061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12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38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F17904-5AAA-22D8-566D-4A0231FEA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2F2A0F7-C4DE-C494-2F5B-CDA34AE4D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6ADAC4-991F-A6CB-E401-209D8739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B298C0-20E5-949D-2C83-69335A4B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5A4280-556D-FADE-8EAC-C8F896BA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5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F21019-856B-2D74-BB0A-77A52F30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802E0E-EF10-59A6-0205-841F16E96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6E7D23-3F9B-5980-E49B-6E4FBA62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4B49B4-4FE3-D871-B824-0D10C082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263622-6E0C-849E-A747-15C79422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7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FB1FA2-9DD4-409B-A26C-13D74A14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C60E4A-DBDC-A934-2FFB-2D32524D1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1584B8-9AAF-7F0F-34CF-8CC2511E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2926D7-6BD6-CE3E-9E5E-A9D0C738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712AAC-41EA-6812-631B-6A3200C2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4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406A71-E5AD-C4CF-7AAA-980B2937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F07034-C32E-D72A-7D1E-6AD966B97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CBF63B5-9C24-2557-B621-97DC56C16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729ADDF-814E-0C2D-0193-ABEE9C20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2A9747D-2ABC-24F2-AE3A-56F03505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C0AC15A-695D-B763-5B66-661CA3E1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ED2ECC-D2F5-BA0D-CAE4-12FAA464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F99F1B2-C520-7967-DBF2-4A9CAB2CA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2AFB6E0-7656-906E-C096-2352EDF38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8F0E054-CACA-116E-3DF9-A80D95A83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EAEBAC1-3FA6-5B43-884A-E3FB39981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1D37990-B2B2-FCF1-CD0F-0DB79402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97F76C9-29BB-B85A-28BD-52086AF2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7755BC4-96CF-62C2-E7F6-5A92C384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4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D28EF-FEEE-9503-C4EB-9AC7E23C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6E7282D-35A0-1952-0458-C86589DD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94D3CCD-D345-898E-91C0-58787A77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446A8E5-706E-667D-9021-49FB58E0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31D7C8E-2BA1-F496-9E75-A8788C3FA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7611EC1-CDD5-319D-7D7E-DF9A0E32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83E03D4-35EA-3D8E-25DC-B77D6F0C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5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DEB334-6224-DBC2-8104-8B2D623E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8B57F6-A07A-5BCB-79F9-8C06E629B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55833B-9715-EAD5-64C3-EBA85BB71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B347C06-36E9-CC95-2FA8-7A6F116C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B3DC5DE-AD30-4BEB-7A0A-D170F598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A3164A8-EA35-AD9E-CB59-6A6D70B8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7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32F869-3462-6133-84E2-542E286E7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6475846-EADF-376A-159F-E2F3D257D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5B39527-8AB4-4C81-EAD1-419CB49AB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0D53B1-A57B-5A20-C2C8-E3A794EF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C7FD582-4060-3177-7147-70722947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F6AFBBB-61AC-3C27-2C87-EA47B09A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9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FF3BB-9F2E-EA02-5AAA-AA9E8BDD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B51CD1A-03F0-CA0B-C8D5-5CD988AFC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D74900-5293-A22B-3E4B-0BF865E9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9F6D4C-D8DA-98F1-5E7B-BC0A2DBF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3B9904-065E-7AFB-4F5D-5E7AD6D9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3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CF65AAF-2935-0063-D547-BE547CAF4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316E65D-8543-2491-6008-5222CEC89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3A1F91-68AA-6970-3C8F-2FC09923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877E86-07C7-FB57-68B6-179847D5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353B5B-D535-0950-E02D-4F8079D6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9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18842BB-B30C-035F-727B-9CB0A575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218FF50-C97D-5B5E-7242-9034E5C50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49532B-D5BD-F004-2B79-C4E7C3EF8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C22E8-F799-4C42-9316-3A2EADF6BB26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9F3D7F-5375-D769-FFF6-D3F38E172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A3363D-2BEA-FE0F-FDB9-A1343B68E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4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1237"/>
          <a:stretch/>
        </p:blipFill>
        <p:spPr>
          <a:xfrm>
            <a:off x="1" y="-10538"/>
            <a:ext cx="12191999" cy="6868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1024" y="2430966"/>
            <a:ext cx="3245005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11 – 18 OCT 2026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6333893" y="992459"/>
            <a:ext cx="4750419" cy="12823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RANKING POSITION LADIES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2639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42548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863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GLOBAL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2397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5993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BLAZER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809" y="1942196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03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82686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2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DRESS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4162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5705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385610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916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JACKET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3576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39129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1110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KNITWEAR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3380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766762"/>
            <a:ext cx="70199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3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PANTS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3590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46992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81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SHIRT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1730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20120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66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SHORT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1270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381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4372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63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SKIRT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6869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54938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0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VEST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60578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968" y="1239295"/>
            <a:ext cx="3753432" cy="507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8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13815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DENIM PANTS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4424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968" y="1239295"/>
            <a:ext cx="3753432" cy="507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8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63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SKIRT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0341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186" y="366483"/>
            <a:ext cx="1085850" cy="1953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4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3514</TotalTime>
  <Words>501</Words>
  <Application>Microsoft Office PowerPoint</Application>
  <PresentationFormat>Widescreen</PresentationFormat>
  <Paragraphs>230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 SERVER FESLINK</dc:creator>
  <cp:lastModifiedBy>ADMIN SERVER FESLINK</cp:lastModifiedBy>
  <cp:revision>192</cp:revision>
  <cp:lastPrinted>2025-03-03T06:39:30Z</cp:lastPrinted>
  <dcterms:created xsi:type="dcterms:W3CDTF">2024-08-28T10:30:19Z</dcterms:created>
  <dcterms:modified xsi:type="dcterms:W3CDTF">2026-10-25T14:25:33Z</dcterms:modified>
</cp:coreProperties>
</file>